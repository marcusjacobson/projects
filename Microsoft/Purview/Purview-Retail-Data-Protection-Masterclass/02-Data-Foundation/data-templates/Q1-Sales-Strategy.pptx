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E2009-431C-DC07-5CA8-8BBAB9A12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836A6-754B-A29B-A3BD-6234F5C438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B5112D-120D-37C8-9EA3-E1026EEEA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456C4-06FA-A571-3723-EF85D0DB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1A4D-BC13-8E44-D0B5-8062D49F0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407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EF76C-2FFF-5F5D-A462-8F4781D6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4EC5B-062C-5510-CFEF-CC0F215A6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2F8A0-778B-F456-D83A-2577AD907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0077E-C841-867C-6A8F-8EE120EA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507EA-6A58-DFEA-5B58-D7FFACB09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521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60B8D-CAE7-66B6-4A43-2322AA4E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13245-8570-CB0F-CE2B-4BA78BDF4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0DC6B-0DE9-A73F-147C-ABDC26270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844169-F9A7-FB69-F16E-9E995F5C4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AF506B-1EA8-0CFC-A01E-C2EA61E61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063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53933-CF07-BA33-D556-EBD68AD02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126FB-D10D-23B3-F34B-2AE95DCC74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A6E91-208E-7DFD-40B3-8299F31F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80606F-EB31-C449-92BE-331682EAF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2493C8-E741-64C6-136E-EB6A4F126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2A0DA1-F0A7-ABB0-D839-1F8B4B0BC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002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9D8F4-582D-9640-D217-74673EA2C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DAAC3-3866-B2C7-8923-D598A8179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0A42C7-ACAC-6211-5227-51FF61B01D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20F76F-62F9-E43E-C89A-316C85A81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68115-2199-C40A-2A9E-E0244C1D6B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8ECEAD-43F8-1761-0B5C-F994F5F5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9266A24-B028-DDDF-6522-C123781A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B9EC77-0844-7CC4-9DB8-B4EEECC72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77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E6C1B-FB5E-8313-AF80-CA53F100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1DC77A-C823-5E26-6E75-3852A6EEA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32A123-DA4F-971C-CFCB-CA233BAED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A429A-6975-7B2D-8F66-1E38643F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53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121A17-F768-5231-D18F-F27FEE7EF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0BD720-C1E1-0CD6-CCEF-0BBC56A7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7671B-C39A-C330-D81B-6B12CFA0F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736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E0B2A-772A-4F3A-30F8-4228DA5D9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25AA1-5AF5-8ADA-EB52-89069751C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977B1-6145-458D-511B-1C6C0B1B3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12072F-6C0E-68CA-A197-3BD7AED06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ABCCDD-EDF4-A7EF-37F8-BA18E908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B953E-E779-18F2-BC9C-F9ABB1D0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317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8669-97F7-22F0-1249-5941436F9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DCA546-6EE8-0E99-7A3D-5EF039821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57754-48E4-DFB7-67FF-85A36FFEBC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0DBF6E-F89E-F362-CFBF-B55A9BAC8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77642D-58F0-6DE0-0E0F-3E17C5C1B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A1C03A-7BFD-8060-63D1-2838B01E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20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9CC27-2783-8423-C7C3-D3677789A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764147-B7D0-A75B-36B8-822A4181F6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281D9-4781-DEA2-C2DD-20CB32D16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5BE26-7A86-3C5B-1EF9-BB82DB710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51C3B-5EB3-BA63-1CDB-7B4F90B8F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349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5F8C61-6E18-8529-4ACB-30A83CF0E0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2236A0-1C49-61B7-1CCB-2FA0762767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3DB01A-0740-C265-8505-8D515E2A9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18B87-A610-7CAD-BF5C-64CC3F97A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B6682-2C9F-9360-BF2A-17972364B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876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93A78-34BC-873D-B0F7-1EACE31E1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F440AD-2E2C-F3E4-12AD-B99FFD807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15F07-9ABA-588F-B690-0C8E748A3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1B38B-EAB0-A6F1-3EB1-78FD25BF9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F683D-560A-D347-648E-8C5C7554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704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45143B-7BC4-FA49-58B0-5212FEBC3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3196F-A612-C84F-256A-424AA4079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DA1BE-E1DD-CBD6-09C2-F3C1D835C4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1E388C-5248-41E8-9BD1-63C7D15982ED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A914E-DFCD-05C1-1F38-C28C0EA0B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3CEDB-8454-E700-93B6-4654BED9C0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2492E7-AE07-4FE0-B6B8-75C0494EB3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973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72B6F-687E-BDD7-E3B9-D67D150240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Q1 2026 Sales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6D5187-C793-DAEE-81E3-303F6F424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Marketing Team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76792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BC387-8757-12D7-7AA4-8D9F74760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Target Markets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3CBBC-BAF7-ABEC-5FEE-D39C1C7B0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Focus Areas:
- Enterprise Customers
- SMB Sector
- International Expansion
- Partner Network</a:t>
            </a:r>
          </a:p>
        </p:txBody>
      </p:sp>
    </p:spTree>
    <p:extLst>
      <p:ext uri="{BB962C8B-B14F-4D97-AF65-F5344CB8AC3E}">
        <p14:creationId xmlns:p14="http://schemas.microsoft.com/office/powerpoint/2010/main" val="4162860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F34DF-2DCA-C741-408F-A76DD2812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Initiatives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00EED-9CF8-01FE-6C37-3A4730F6D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Strategic Goals:
- Digital Marketing Campaign
- Product Training Series
- Customer Success Program
- Partner Enablement</a:t>
            </a:r>
          </a:p>
        </p:txBody>
      </p:sp>
    </p:spTree>
    <p:extLst>
      <p:ext uri="{BB962C8B-B14F-4D97-AF65-F5344CB8AC3E}">
        <p14:creationId xmlns:p14="http://schemas.microsoft.com/office/powerpoint/2010/main" val="26924533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Q1 2026 Sales Strategy</vt:lpstr>
      <vt:lpstr>Target Markets</vt:lpstr>
      <vt:lpstr>Key Initiatives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 Jacobson</dc:creator>
  <cp:lastModifiedBy>Marcus Jacobson</cp:lastModifiedBy>
  <cp:revision>1</cp:revision>
  <dcterms:created xsi:type="dcterms:W3CDTF">2025-12-31T16:15:32Z</dcterms:created>
  <dcterms:modified xsi:type="dcterms:W3CDTF">2025-12-31T16:15:32Z</dcterms:modified>
</cp:coreProperties>
</file>