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F6D5A-1245-3A23-F6EC-7AF60B034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3D97B-1A22-764C-2A80-CF9FBD724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2A2AF-C764-7054-BEFB-26D744FAC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B4AB-2B8E-4290-ADC8-49AA9E11DE5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A0EB4-DE15-277B-768C-E1FA1D2C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2E8CA-1F9A-543F-295E-086B77F4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DC5F-1903-4277-8994-DA330A0C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0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F93E-2187-55F2-5EB8-0489EBA1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2297C-E30F-0190-B29A-FEDBFE2C6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F242B-AC51-8130-495A-AF8097551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B4AB-2B8E-4290-ADC8-49AA9E11DE5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B26F8-6C47-6195-FC72-6613E15F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9573E-8E3A-3E84-709E-761F0716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DC5F-1903-4277-8994-DA330A0C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08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606F-D9FE-A755-D1F1-AFAF4ABE6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D5AD3-370A-429D-0D2B-F7686BF7B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694E1-7424-1C24-7505-695B6129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B4AB-2B8E-4290-ADC8-49AA9E11DE5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57899-EDC4-4A48-8680-6928FB9E7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040FC-1813-82B9-C606-10253466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DC5F-1903-4277-8994-DA330A0C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74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F3DE-AB1C-E6D5-E0F2-8C35C91A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66492-579F-C312-7797-D8CE052CF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08C70-1EA5-D15D-CEFB-D884DFBCA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3EA66-BDA2-5EAF-451D-763EDD2F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B4AB-2B8E-4290-ADC8-49AA9E11DE5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14A36-A56A-AA97-B2C0-73C0CA48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EBF3C-CED3-4A27-39D1-702A4C2FF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DC5F-1903-4277-8994-DA330A0C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8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395A-8229-F296-DDBD-5099CC834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CA8F5-5A39-7C47-ADE8-9948469D4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6CDA1-F794-19BD-6E03-FB2396BBB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69B32C-41B6-DA2D-0CFD-E83454CDF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D8909D-5473-12F2-5B65-A01843A686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A3EBF-452C-AFA9-D8AB-86819CC2A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B4AB-2B8E-4290-ADC8-49AA9E11DE5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321126-1687-0CFA-0F6F-EB8BE9B4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F979AD-2A13-463C-4E90-D1DA3D92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DC5F-1903-4277-8994-DA330A0C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88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E913-C9A6-0A0D-8C66-CEB23FECB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09F00-1176-B5DF-C47F-E8F46D022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B4AB-2B8E-4290-ADC8-49AA9E11DE5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57D24-5F94-78FB-59D8-42824AB50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CC15E-4BA3-AE99-8775-A646C897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DC5F-1903-4277-8994-DA330A0C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1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A7EB48-BC19-6EB7-9175-A8096A1B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B4AB-2B8E-4290-ADC8-49AA9E11DE5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F1706C-99C7-4A18-7F1B-75783962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D79B4-4717-5825-0E89-25125FA6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DC5F-1903-4277-8994-DA330A0C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5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B0999-BDFF-7F15-C157-C26F4B90E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1D1C6-95B8-F1DA-C7C9-51FB2252E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2994E-1D23-FE81-4369-C31EA12B3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6720E-AF67-5C1E-442A-F4549FBB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B4AB-2B8E-4290-ADC8-49AA9E11DE5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A5E6B-C2A5-6DF4-075F-ACAA095A4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87E51-61F7-D0FD-4C50-DAC6F899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DC5F-1903-4277-8994-DA330A0C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04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DF580-5D27-F754-9CA7-C60A3F4D7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74C7FF-2B81-200E-77B6-7C402C271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D017F-0561-2B7A-FF83-575535946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A7A58-4836-C851-1852-2A272B815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B4AB-2B8E-4290-ADC8-49AA9E11DE5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03E7A-5801-81DA-FC7D-FF701430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38040-DC9A-906F-5C81-27821E53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DC5F-1903-4277-8994-DA330A0C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9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945C-139B-E61A-2407-4EFF197A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85298C-0931-7BDB-E6E1-AD3BFA33F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0B85-0EEC-ABE1-79A9-716641D7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B4AB-2B8E-4290-ADC8-49AA9E11DE5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F380C-39F2-A238-CD4F-E241B4C4A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FDF97-4C3D-5489-E5EE-74FE5E74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DC5F-1903-4277-8994-DA330A0C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57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F2F76B-F1DE-3BCE-2C21-78AB5BDBC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1CE05-2021-D6AB-2E7D-064E672F2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4027C-D086-9327-695A-92B0C3A6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B4AB-2B8E-4290-ADC8-49AA9E11DE5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F0540-8B9B-0118-0943-380643F0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2C98D-39AD-5B94-4A3D-74BA196E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DC5F-1903-4277-8994-DA330A0C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69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ED41C-749B-AFE5-521F-1F93EA280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94D50-61DB-66F3-1727-A36580FEC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43261-5725-B510-45EB-8D8906B0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AB4AB-2B8E-4290-ADC8-49AA9E11DE5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398E7-C152-8B09-6F0E-359615D38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D66FC-160A-F0FA-25A8-8FF575F7E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DC5F-1903-4277-8994-DA330A0C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22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06C126-38A3-0D55-61EE-E8B24874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9D900-1E55-3A36-CC1A-8F204919B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24102-6842-75CB-0F3A-57AC6DA8A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AB4AB-2B8E-4290-ADC8-49AA9E11DE56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3EBBE-E6F5-47C5-2459-AA4FA9F01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F68CF-76C0-38BC-56E7-40BE607C3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9DC5F-1903-4277-8994-DA330A0CA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2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D9E9-9AA6-6155-7EB8-AB4B3752F9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Q1 2026 Sales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1CAB2-9F88-5246-E641-96779CAC9B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Marketing Team Presentation</a:t>
            </a:r>
          </a:p>
        </p:txBody>
      </p:sp>
    </p:spTree>
    <p:extLst>
      <p:ext uri="{BB962C8B-B14F-4D97-AF65-F5344CB8AC3E}">
        <p14:creationId xmlns:p14="http://schemas.microsoft.com/office/powerpoint/2010/main" val="71102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2689-E0F3-115D-41E1-D43D4E7E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Target Markets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0CC45-3C30-8C05-75AE-B75FF98B2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Focus Areas:
- Enterprise Customers
- SMB Sector
- International Expansion
- Partner Network</a:t>
            </a:r>
          </a:p>
        </p:txBody>
      </p:sp>
    </p:spTree>
    <p:extLst>
      <p:ext uri="{BB962C8B-B14F-4D97-AF65-F5344CB8AC3E}">
        <p14:creationId xmlns:p14="http://schemas.microsoft.com/office/powerpoint/2010/main" val="1069794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84B6D-4C40-7376-CDF4-45D7DB3D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Initiatives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96D2-488F-0DE6-80A4-EE8FA8D4E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Strategic Goals:
- Digital Marketing Campaign
- Product Training Series
- Customer Success Program
- Partner Enablement</a:t>
            </a:r>
          </a:p>
        </p:txBody>
      </p:sp>
    </p:spTree>
    <p:extLst>
      <p:ext uri="{BB962C8B-B14F-4D97-AF65-F5344CB8AC3E}">
        <p14:creationId xmlns:p14="http://schemas.microsoft.com/office/powerpoint/2010/main" val="4102497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Q1 2026 Sales Strategy</vt:lpstr>
      <vt:lpstr>Target Markets</vt:lpstr>
      <vt:lpstr>Key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Jacobson</dc:creator>
  <cp:lastModifiedBy>Marcus Jacobson</cp:lastModifiedBy>
  <cp:revision>1</cp:revision>
  <dcterms:created xsi:type="dcterms:W3CDTF">2025-12-30T17:36:57Z</dcterms:created>
  <dcterms:modified xsi:type="dcterms:W3CDTF">2025-12-30T17:36:57Z</dcterms:modified>
</cp:coreProperties>
</file>