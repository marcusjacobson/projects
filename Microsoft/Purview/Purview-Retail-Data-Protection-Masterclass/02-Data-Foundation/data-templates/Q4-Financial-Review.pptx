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6127-622C-6425-B08A-D968901B7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64734-1ECA-0684-56C2-8BDD17506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DB6C-7BFA-8429-6974-4A35E546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6681-216B-F0C8-10CD-560C304C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93B9-C266-B40F-E55A-872DC8D3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F34B-384C-314C-8BBD-E2068107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9D08-7093-94D5-72FA-B959373F6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4E29-086C-85CE-BD29-F0358AE9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C8236-FAD9-EA84-B2F9-759DC3FC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B72E-ED56-1836-06E7-3DAA1EBC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5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8071-10EF-E99D-A7A6-BFB39973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37D08-ACCD-7CF3-3C56-B2C29B4DD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A1F1F-1257-12B6-3B9D-C1F7C752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986C0-39F1-9835-EE15-A074711E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D6F4-BC3B-C880-DC33-5182608A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3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617B-E0FA-F794-B859-00A9C4FF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7740-0282-0E09-33E0-D462F15BF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025FC-8F16-2FE8-7579-F2F537FCF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FDB5E-BE73-EE5E-20D7-9C6A7749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97758-AC40-2581-C80D-A0661B87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4245F-B4A6-B929-1FFE-A12D33BC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4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DC70-A992-D1D5-2360-B21454D6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E3DEC-32E0-67EB-CA02-EC88103B2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49F90-D09D-9F2A-01DE-97EE71C87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2A76E-A1DB-951D-A054-3ED643E66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3C5C6-C56E-710C-5B1F-8F6B6BC7A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D4EAC-7637-5B9B-B60F-3B617B69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80465-3A19-9AB1-5781-0605232C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2616B-D5AF-8C24-032E-2814CE2D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9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8B64-CAB3-1C98-A673-C19720D8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2AAAD-81F6-3742-F08B-53A2A160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647C7-ED63-A73B-B143-125C522A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9C1F1-54F2-31C5-D829-DAAA1047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7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624C3-3759-171A-2919-DEFC44A6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9365F-816A-BD7B-CD87-134FEDF5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27FF4-98F2-5E69-4ADB-EEE631BF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0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3885-B006-4D21-890F-47F07809C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A625F-3235-1D37-6B9E-9F361BE30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2BDC3-C3B3-7DFD-F09C-D8C8C251C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0097D-B8C6-6A1D-498F-7975E49C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20507-0C9E-CDDD-292F-64DF054E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299DC-FC65-6B08-9D03-50714D6D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1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2A17-7170-1FD3-C1D1-6A4055EB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5313A-2B5F-B212-42C3-238D5C6B4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FE1B6-35D5-24D0-06C6-B2D435C8C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9A475-A4F5-1873-D64C-F149587C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FF36F-53CE-20D6-86E9-664D1AE50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05D1B-D644-5AE1-A131-9A29262D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B4B2-C269-44D6-A29D-85189203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20BE4-E66A-FF04-30DE-8BD4ACC1C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B283-E74B-2705-31B9-B7D76B6C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3E36D-9EA5-4D2A-78AF-4E60B9A4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C4102-FB53-7535-474C-08EE6EF3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3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24429-6D8E-1D79-E141-6A0E81852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9B471-13E7-FC20-6A99-40CA5A3AE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8F4BF-3716-BB9E-16FD-FB94D58A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B82D-6B54-525E-F0E5-85B4928A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BB44-7E59-96BD-0A08-FD18D24A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92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914D-6E43-3F71-B2D1-BB34A635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005F4-98F1-85EF-C370-09FA6F165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FC93C-5FE9-F2C1-2645-6FCD14DC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03514-89A1-C36B-36B3-E1C3A046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76A21-80E3-E014-7F71-0DAB8A5A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95A4A-DD95-E61F-9D5B-BF9AB26B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95AE-4C97-BCA2-2114-5CE943299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B2082-223C-DCD5-B313-0FC5A4260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250BA-5528-4DD9-A683-C3DF1BDB625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FA470-9FB1-AF71-ED3C-B2F362FB5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205CB-5A8E-F9AC-53C5-FDBC5A49D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EDE71-F304-45DF-8A52-FF8803F2F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9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93BA-F7F0-AB42-CEFD-205786917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Q4 2025 Financial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F3B4A-7CDC-ED3B-C7D8-E3C4B23F3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CONFIDENTIAL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2747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F7EA-AE0A-CBF8-82A3-0327C4C7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Payment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B1DA6-3C83-71D2-81A6-DA97EB27D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/>
              <a:t>Top Customer Accounts:
Lauren Smith
  CC: 6011-3336-6513-2206 (Discover)
  SSN: 605-50-4048
  Bank: 212524838 - 35928397
Robert Rodriguez
  CC: 3747-147727-40130 (Amex)
  SSN: 339-93-9227
  Bank: 310308176 - 10080973
Lauren Smith
  CC: 3705-465003-28226 (Amex)
  SSN: 583-06-4554
  Bank: 661028505 - 69775754
Amanda Wilson
  CC: 5124-4082-4524-2787 (Mastercard)
  SSN: 475-47-0764
  Bank: 708747422 - 98891132
Jessica Moore
  CC: 4844-4614-3142-2578 (Visa)
  SSN: 854-45-5056
  Bank: 344512868 - 23012863
</a:t>
            </a:r>
          </a:p>
        </p:txBody>
      </p:sp>
    </p:spTree>
    <p:extLst>
      <p:ext uri="{BB962C8B-B14F-4D97-AF65-F5344CB8AC3E}">
        <p14:creationId xmlns:p14="http://schemas.microsoft.com/office/powerpoint/2010/main" val="105889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B0E2-03BB-E297-3C70-6E8F11E6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Customer Contact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97C95-0EF9-2836-B6BF-D5E01E1CC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/>
              <a:t>Premium Tier Customers:
Lauren Smith - lauren.smith@contoso.com
Loyalty: RET-176207-4 | Phone: (392) 491-9134
Robert Rodriguez - robert.rodriguez@contoso.com
Loyalty: RET-050201-7 | Phone: (998) 566-6021
Lauren Smith - lauren.smith@gmail.com
Loyalty: RET-605516-5 | Phone: (809) 627-8980
Amanda Wilson - amanda.wilson@contoso.com
Loyalty: RET-667621-0 | Phone: (364) 682-3815
Jessica Moore - jessica.moore@contoso.com
Loyalty: RET-088512-3 | Phone: (730) 639-5655
Lauren Davis - lauren.davis@hotmail.com
Loyalty: RET-561184-3 | Phone: (659) 762-7463
</a:t>
            </a:r>
          </a:p>
        </p:txBody>
      </p:sp>
    </p:spTree>
    <p:extLst>
      <p:ext uri="{BB962C8B-B14F-4D97-AF65-F5344CB8AC3E}">
        <p14:creationId xmlns:p14="http://schemas.microsoft.com/office/powerpoint/2010/main" val="242204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Q4 2025 Financial Review</vt:lpstr>
      <vt:lpstr>Customer Payment Information</vt:lpstr>
      <vt:lpstr>Customer Contact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Jacobson</dc:creator>
  <cp:lastModifiedBy>Marcus Jacobson</cp:lastModifiedBy>
  <cp:revision>1</cp:revision>
  <dcterms:created xsi:type="dcterms:W3CDTF">2025-12-31T16:15:26Z</dcterms:created>
  <dcterms:modified xsi:type="dcterms:W3CDTF">2025-12-31T16:15:26Z</dcterms:modified>
</cp:coreProperties>
</file>