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3E3-D7A5-6BF1-6B2A-91690E0A5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529D0-15E8-451B-DA53-35D101BFF8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750D2-55E5-5B18-F72E-4742FAFD8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7ED9A-1F0D-16BC-F23B-C94EA24CE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8964-B6F0-1637-19C1-9506364FF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91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D798A-EACE-5531-E5B7-1A5FCE1D4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50766-D2A4-F89F-43D9-2D8ABF7DA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D2851-2D1B-393C-C118-B2ED70A27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9F989-5AB7-F8D7-8389-F1BCF6DFF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96122-EDE4-D555-ADD7-5CAADAE0C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600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118E2-3B66-B915-D1F5-CC936CAA2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297AC-77D5-63BF-6AF3-D3D8544C2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0A8EF-0CDF-5BBE-E46E-88183D44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08051B-A25A-64B4-6362-740F9E5B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B36A-923A-861E-8721-E040D8993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834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167EE-B136-BA33-34C7-FFFBD307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82EEE-3C8F-23C1-85FE-0D44070718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3C097-D034-9867-8B27-6A90A2671A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CAADF2-48AC-B357-0B4E-A27FCCA8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E3F95-5F8B-4459-FEF5-7FE6E6C3F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DF9F7B-7CB5-B227-D42B-BCCF5F6CD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052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0A0DD-3CC9-33E2-6CE6-B0F2D88FC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1DB173-47BC-94B8-CD37-6AB0586AC8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8882C9-84F1-C5AB-5E9B-EC2472DD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6D3D43-A6FC-7F02-54BC-EB5CB1C63C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793FC0-A758-1B5C-9ABB-AEB1976DDD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C5DEFF-0491-1B2B-1D13-236A0B50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A705E-E37E-2408-8EBB-E0BD533A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806A8A-D4D3-4AB6-6AFA-5CFA4DF38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22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859F5-5426-CFA1-D5E3-C7D060965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6ED767-FB69-5DB7-3DC6-643AD1E93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750B89-7571-F6F9-9E34-BB195F7F7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46E66-FE76-D46D-330D-6AF4E51AC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406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FA649A-73A2-A110-ABBD-82F9A2C41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910CC5-AB12-579B-336D-2A4148DFB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77BB3-ECCD-B06C-B194-D10DF5FD8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696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14D84-731F-B41D-853B-E28ABC7B8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D5687-D64E-C5AD-CD35-0F96ECF04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293F20-2BF7-1175-4EB8-324AE8E83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42D1F-78F9-868E-61BB-8A3B9C55E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8FB3C1-9C63-8E06-9023-1380A6EC5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161852-92B4-ACC1-09FB-D4C5BC9D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045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5FED6-EBAD-43E7-E228-1C6F5032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D3F78A-54B4-53BB-94E6-572D24BFFC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EC9A19-3B08-4798-91F3-5CBCA0BF38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7CCA4D-A971-1EEA-D7DF-A70DFC7E9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6B517-DDC4-72AC-9C6B-33A00A26B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B2B650-0E72-6E19-53A6-FB5735751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183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84CB0-7249-4E33-CBA4-C3005261F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D544F2-8ACD-3432-A920-E3898CC019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7636E-EBDB-F3C5-1FAD-C484BA6D9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4EAC8-84C9-A349-53A8-D573C9A8F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CD190-6277-D4BC-A43A-E37749EF3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465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A3DA82-9201-682D-BC03-F780C406A0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D9FCE-3E3F-4785-BAF3-EA305F1EF2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2BC2B-3260-D315-B6D6-3B247CF95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FB0D9-317F-9195-4AD3-BB6A22956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CDDCB-96AB-7632-152F-579C5EC8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805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4EF0C-5AB6-C3CB-1918-E10686978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C9323-8312-8BDD-8380-369F434382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15EBB-5100-2CC6-BE5C-808B978BD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32202-2034-B9BA-7D79-737445E34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32CBD-9AA8-F554-97F9-F3C67E855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81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450C4D-D4A9-E27B-28A5-5AE6A5138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11A106-12B8-0CCA-4D8E-33313B72B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5BA93-40D9-3A4F-63CE-444992D395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5C3CF-62D4-4E95-ADC8-FC9865F882A7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3A9DB-8056-2C38-ABB8-A37DC16BDD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D7A6A-925B-AEAB-C003-E1653ABD8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7A31F8-084B-460F-87D9-30B002BBA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369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67B22-F213-1170-308E-1AFD52D0B9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Q4 2025 Financial 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5312A5-D06B-CDDC-60DD-10F9F0C1A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CONFIDENTIAL -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638823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AA8C2-ACA4-CB33-13D9-170F711A0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Customer Payment Information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0C5B6B-F20B-B3E7-DFE7-107CA7C92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/>
              <a:t>Top Customer Accounts:
Amanda Rodriguez
  CC: 3741-518555-51587 (Amex)
  SSN: 021-08-2161
  Bank: 145557876 - 78634951
Michelle Moore
  CC: 3725-824664-40625 (Amex)
  SSN: 026-35-7420
  Bank: 841347377 - 95257136
Daniel Williams
  CC: 4584-5320-7551-7567 (Visa)
  SSN: 849-74-2296
  Bank: 353857665 - 71381734
William Wilson
  CC: 4447-2526-8473-3660 (Visa)
  SSN: 528-89-0681
  Bank: 573257311 - 73621026
William Taylor
  CC: 3767-155075-40644 (Amex)
  SSN: 279-85-6302
  Bank: 871025760 - 88850471
</a:t>
            </a:r>
          </a:p>
        </p:txBody>
      </p:sp>
    </p:spTree>
    <p:extLst>
      <p:ext uri="{BB962C8B-B14F-4D97-AF65-F5344CB8AC3E}">
        <p14:creationId xmlns:p14="http://schemas.microsoft.com/office/powerpoint/2010/main" val="3386105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998B6-46C4-1C2A-99F2-52FABEB1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Customer Contact Database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33F7B-A105-730E-5A2A-C64786F2E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Premium Tier Customers:
Amanda Rodriguez - amanda.rodriguez@contoso.com
Loyalty: RET-312831-3 | Phone: (411) 846-7898
Michelle Moore - michelle.moore@contoso.com
Loyalty: RET-752764-0 | Phone: (923) 559-7711
Daniel Williams - daniel.williams@hotmail.com
Loyalty: RET-562286-2 | Phone: (991) 326-8892
William Wilson - william.wilson@contoso.com
Loyalty: RET-325637-7 | Phone: (602) 635-5764
William Taylor - william.taylor@contoso.com
Loyalty: RET-356134-7 | Phone: (729) 662-6103
Jennifer Martin - jennifer.martin@hotmail.com
Loyalty: RET-415006-8 | Phone: (236) 215-7481
</a:t>
            </a:r>
          </a:p>
        </p:txBody>
      </p:sp>
    </p:spTree>
    <p:extLst>
      <p:ext uri="{BB962C8B-B14F-4D97-AF65-F5344CB8AC3E}">
        <p14:creationId xmlns:p14="http://schemas.microsoft.com/office/powerpoint/2010/main" val="996912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285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Q4 2025 Financial Review</vt:lpstr>
      <vt:lpstr>Customer Payment Information</vt:lpstr>
      <vt:lpstr>Customer Contact Database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 Jacobson</dc:creator>
  <cp:lastModifiedBy>Marcus Jacobson</cp:lastModifiedBy>
  <cp:revision>1</cp:revision>
  <dcterms:created xsi:type="dcterms:W3CDTF">2025-12-30T17:36:52Z</dcterms:created>
  <dcterms:modified xsi:type="dcterms:W3CDTF">2025-12-30T17:36:52Z</dcterms:modified>
</cp:coreProperties>
</file>